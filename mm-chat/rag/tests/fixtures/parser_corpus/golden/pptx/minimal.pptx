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914400"/>
            <a:ext cx="10000000" cy="1000000"/>
          </a:xfrm>
        </p:spPr>
        <p:txBody>
          <a:bodyPr/>
          <a:lstStyle/>
          <a:p>
            <a:r>
              <a:rPr lang="en-US"/>
              <a:t>Minimal PPTX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nim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